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0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1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0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34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5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1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2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1808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47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187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3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03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9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7EB8-6298-47AD-85E9-53B146C8AFAF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8DE422C-1C15-4918-9539-BC8B02AB1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4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C3EF-6BF0-4315-8740-BFF0257B4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887117"/>
            <a:ext cx="7766936" cy="1646302"/>
          </a:xfrm>
        </p:spPr>
        <p:txBody>
          <a:bodyPr>
            <a:normAutofit/>
          </a:bodyPr>
          <a:lstStyle/>
          <a:p>
            <a:r>
              <a:rPr lang="en-US" sz="4000" b="1" i="1" dirty="0"/>
              <a:t>Bike Rental Trends and Insight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54E62-EF7C-4A65-82E5-088C5D9FD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880550"/>
            <a:ext cx="7766936" cy="109689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Prepared for : [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Nexthike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Solution]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Prepared by : [Barkha Jaiswal]</a:t>
            </a:r>
          </a:p>
        </p:txBody>
      </p:sp>
    </p:spTree>
    <p:extLst>
      <p:ext uri="{BB962C8B-B14F-4D97-AF65-F5344CB8AC3E}">
        <p14:creationId xmlns:p14="http://schemas.microsoft.com/office/powerpoint/2010/main" val="104080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39A1-360F-4DC0-9444-BEEF3919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48" y="275719"/>
            <a:ext cx="8596668" cy="1826581"/>
          </a:xfrm>
        </p:spPr>
        <p:txBody>
          <a:bodyPr/>
          <a:lstStyle/>
          <a:p>
            <a:pPr algn="l"/>
            <a:r>
              <a:rPr lang="en-US" sz="3200" dirty="0"/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AE14C-88DC-4FB4-A667-97F044A88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848" y="2307319"/>
            <a:ext cx="8596668" cy="343710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analyze bike rental data.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 key trends in ride bookings by date, month and weather situation.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Track bike rental by Date(each hour of day).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ride counts depend on temperature, humidity and wind speed.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ride counts across days and months.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Identify unusually high or low rental days.</a:t>
            </a:r>
          </a:p>
        </p:txBody>
      </p:sp>
    </p:spTree>
    <p:extLst>
      <p:ext uri="{BB962C8B-B14F-4D97-AF65-F5344CB8AC3E}">
        <p14:creationId xmlns:p14="http://schemas.microsoft.com/office/powerpoint/2010/main" val="139180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5F345C-7310-4149-B32C-4AD98FAF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Performance Indicator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2D2E20-0AAC-4015-8A44-324FB4D26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Rides: 58304</a:t>
            </a:r>
          </a:p>
          <a:p>
            <a:r>
              <a:rPr lang="en-US" dirty="0"/>
              <a:t>Rides booked by Registered Users: 53383</a:t>
            </a:r>
          </a:p>
          <a:p>
            <a:r>
              <a:rPr lang="en-US" dirty="0"/>
              <a:t>Rides booked by Casual Users: 4921</a:t>
            </a:r>
          </a:p>
          <a:p>
            <a:r>
              <a:rPr lang="en-US" dirty="0"/>
              <a:t>Average Rides: 58.3%</a:t>
            </a:r>
          </a:p>
          <a:p>
            <a:r>
              <a:rPr lang="en-US" dirty="0"/>
              <a:t>Peak Hour recorded on 22 Jan 2011: 8 AM</a:t>
            </a:r>
          </a:p>
          <a:p>
            <a:r>
              <a:rPr lang="en-US" dirty="0"/>
              <a:t>Registered Rides Share: 92%</a:t>
            </a:r>
          </a:p>
          <a:p>
            <a:r>
              <a:rPr lang="en-US" dirty="0"/>
              <a:t>Casual Rides Share: 8%</a:t>
            </a:r>
          </a:p>
        </p:txBody>
      </p:sp>
    </p:spTree>
    <p:extLst>
      <p:ext uri="{BB962C8B-B14F-4D97-AF65-F5344CB8AC3E}">
        <p14:creationId xmlns:p14="http://schemas.microsoft.com/office/powerpoint/2010/main" val="198912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A42A-7A10-465C-BF72-C6FFA405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1468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Holiday vs Non Holiday</a:t>
            </a:r>
            <a:br>
              <a:rPr lang="en-US" dirty="0"/>
            </a:br>
            <a:br>
              <a:rPr lang="en-US" dirty="0"/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bar chart shows rides booked on holiday and non holiday.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holiday: 1000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non holiday:57304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3F9DA-13D1-4ECE-A55B-01B246A49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375" y="3008244"/>
            <a:ext cx="5502404" cy="2649306"/>
          </a:xfrm>
        </p:spPr>
      </p:pic>
    </p:spTree>
    <p:extLst>
      <p:ext uri="{BB962C8B-B14F-4D97-AF65-F5344CB8AC3E}">
        <p14:creationId xmlns:p14="http://schemas.microsoft.com/office/powerpoint/2010/main" val="214786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B3F1-636E-4412-8608-4F40883B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7625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Rides by Weather Condition</a:t>
            </a:r>
            <a:br>
              <a:rPr lang="en-US" sz="2800" dirty="0"/>
            </a:br>
            <a:br>
              <a:rPr lang="en-US" sz="2800" dirty="0"/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pie chart shows rides booking depends on weather situation where 1 represents Normal weather, 2 represents Cloudy, 3 represents Rainy and 4 represents Thunderstorm.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Normal days:37373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Cloudy days:18106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Rainy days:2789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Rides booked on Thunderstorm:36</a:t>
            </a:r>
            <a:b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757B6C-96FA-488A-B52B-A5D4BAED4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217" y="3886917"/>
            <a:ext cx="4996069" cy="2912291"/>
          </a:xfrm>
        </p:spPr>
      </p:pic>
    </p:spTree>
    <p:extLst>
      <p:ext uri="{BB962C8B-B14F-4D97-AF65-F5344CB8AC3E}">
        <p14:creationId xmlns:p14="http://schemas.microsoft.com/office/powerpoint/2010/main" val="287521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3548-E10D-4DBE-A342-E4E3952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762539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Monthly Rides</a:t>
            </a:r>
            <a:br>
              <a:rPr lang="en-US" sz="3200" dirty="0"/>
            </a:br>
            <a:br>
              <a:rPr lang="en-US" sz="3200" dirty="0"/>
            </a:b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line chart represents rides booked on each day of month from 1 Jan 2011 -14 Feb 2011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1F20E-52DF-4353-BCA8-912D9C9A8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31" y="3053409"/>
            <a:ext cx="6107604" cy="2645025"/>
          </a:xfrm>
        </p:spPr>
      </p:pic>
    </p:spTree>
    <p:extLst>
      <p:ext uri="{BB962C8B-B14F-4D97-AF65-F5344CB8AC3E}">
        <p14:creationId xmlns:p14="http://schemas.microsoft.com/office/powerpoint/2010/main" val="216255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FFB1-051A-4779-B189-82B61EB9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928730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3200" dirty="0"/>
              <a:t>Temperature over Date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.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chart shows temperature changing across the dates from January to   February 2011.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Temperatures fluctuate, with a noticeable dip in late January.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rise again in February, with some warmer peaks near the end of the   period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D98947-0DD7-48ED-9F87-12A0CF935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515" y="3720587"/>
            <a:ext cx="7141352" cy="2928730"/>
          </a:xfrm>
        </p:spPr>
      </p:pic>
    </p:spTree>
    <p:extLst>
      <p:ext uri="{BB962C8B-B14F-4D97-AF65-F5344CB8AC3E}">
        <p14:creationId xmlns:p14="http://schemas.microsoft.com/office/powerpoint/2010/main" val="126241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EB3A-D550-4CC8-B5A6-10238546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59000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Forecast Sheet for Registered and Casual Customer</a:t>
            </a:r>
            <a:br>
              <a:rPr lang="en-US" sz="2800" dirty="0"/>
            </a:br>
            <a:br>
              <a:rPr lang="en-US" sz="2800" dirty="0"/>
            </a:br>
            <a:r>
              <a:rPr lang="en-US" sz="2200" dirty="0">
                <a:solidFill>
                  <a:schemeClr val="tx1"/>
                </a:solidFill>
              </a:rPr>
              <a:t>These two forecast sheet show :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800" dirty="0"/>
              <a:t>. </a:t>
            </a:r>
            <a:r>
              <a:rPr lang="en-US" sz="2000" dirty="0">
                <a:solidFill>
                  <a:schemeClr val="tx1"/>
                </a:solidFill>
              </a:rPr>
              <a:t>Historic rides counts fluctuate, with a few noticeable peaks.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200" b="1" dirty="0"/>
              <a:t>.</a:t>
            </a:r>
            <a:r>
              <a:rPr lang="en-US" sz="2000" dirty="0">
                <a:solidFill>
                  <a:schemeClr val="tx1"/>
                </a:solidFill>
              </a:rPr>
              <a:t>  The forecast suggests rides may generally increase over the next several days,   through the range is wide.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200" b="1" dirty="0"/>
              <a:t>.</a:t>
            </a:r>
            <a:r>
              <a:rPr lang="en-US" sz="2000" dirty="0">
                <a:solidFill>
                  <a:schemeClr val="tx1"/>
                </a:solidFill>
              </a:rPr>
              <a:t>  The shaded band shows forecast uncertainty, so treat the projection as an estimate.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2BF74E-EB36-4410-9F58-6A7A8D8E9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360" y="3495260"/>
            <a:ext cx="4486302" cy="24193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4237CD-5190-4DCD-9536-D94B88341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71" y="3495260"/>
            <a:ext cx="4359964" cy="241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E1A5-6FC7-4346-A74B-3CB37ED31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EAB5-F43A-4693-A97A-3DB980995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We appreciate the opportunity to present our Bike Rental Dashboard project</a:t>
            </a:r>
          </a:p>
        </p:txBody>
      </p:sp>
    </p:spTree>
    <p:extLst>
      <p:ext uri="{BB962C8B-B14F-4D97-AF65-F5344CB8AC3E}">
        <p14:creationId xmlns:p14="http://schemas.microsoft.com/office/powerpoint/2010/main" val="7155975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383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Bike Rental Trends and Insight</vt:lpstr>
      <vt:lpstr>Project Objective</vt:lpstr>
      <vt:lpstr>Key Performance Indicator</vt:lpstr>
      <vt:lpstr>Holiday vs Non Holiday  This bar chart shows rides booked on holiday and non holiday. Rides booked on holiday: 1000 Rides booked on non holiday:57304</vt:lpstr>
      <vt:lpstr>Rides by Weather Condition  The pie chart shows rides booking depends on weather situation where 1 represents Normal weather, 2 represents Cloudy, 3 represents Rainy and 4 represents Thunderstorm.  Rides booked on Normal days:37373 Rides booked on Cloudy days:18106 Rides booked on Rainy days:2789 Rides booked on Thunderstorm:36 </vt:lpstr>
      <vt:lpstr>Monthly Rides  This line chart represents rides booked on each day of month from 1 Jan 2011 -14 Feb 2011</vt:lpstr>
      <vt:lpstr>Temperature over Date  . The chart shows temperature changing across the dates from January to   February 2011. .Temperatures fluctuate, with a noticeable dip in late January. .They rise again in February, with some warmer peaks near the end of the   period.  </vt:lpstr>
      <vt:lpstr>Forecast Sheet for Registered and Casual Customer  These two forecast sheet show : . Historic rides counts fluctuate, with a few noticeable peaks. .  The forecast suggests rides may generally increase over the next several days,   through the range is wide. .  The shaded band shows forecast uncertainty, so treat the projection as an estimate.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Rental Trends and Insight</dc:title>
  <dc:creator>Barkha Jaiswal</dc:creator>
  <cp:lastModifiedBy>Barkha Jaiswal</cp:lastModifiedBy>
  <cp:revision>1</cp:revision>
  <dcterms:created xsi:type="dcterms:W3CDTF">2026-10-10T16:25:32Z</dcterms:created>
  <dcterms:modified xsi:type="dcterms:W3CDTF">2026-10-10T18:24:57Z</dcterms:modified>
</cp:coreProperties>
</file>